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Economica" panose="020B060402020202020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1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bbc547d7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bbc547d7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bbc547d7c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bbc547d7c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bbc547d7c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bbc547d7c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bbc547d7c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bbc547d7c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bc547d7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bbc547d7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bbc547d7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bbc547d7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bc547d7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bbc547d7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90958" y="7108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/>
              <a:t>Consecuencias de la IA en las personas</a:t>
            </a:r>
            <a:endParaRPr sz="450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540000" y="3330900"/>
            <a:ext cx="38337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280"/>
              <a:t>Integrantes: Martin Arrigo, Nicolas Toro, Benjamin Neira, Diego Mora</a:t>
            </a:r>
            <a:endParaRPr sz="128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280"/>
              <a:t>Profesor: Luis Veas</a:t>
            </a:r>
            <a:endParaRPr sz="128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280"/>
              <a:t>Fecha de presentación: 11/05/2026</a:t>
            </a:r>
            <a:endParaRPr sz="128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50" y="181525"/>
            <a:ext cx="932950" cy="9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1/8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8525" y="1938000"/>
            <a:ext cx="2216400" cy="29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latin typeface="Economica"/>
                <a:ea typeface="Economica"/>
                <a:cs typeface="Economica"/>
                <a:sym typeface="Economica"/>
              </a:rPr>
              <a:t>En el presente trabajo abordaremos el impacto de la inteligencia artificial desde temáticas ya establecidas, como lo son educación, salud, empleo y seguridad.</a:t>
            </a:r>
            <a:endParaRPr sz="11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475" y="1253800"/>
            <a:ext cx="1436125" cy="12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110" y="1606100"/>
            <a:ext cx="1135928" cy="1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2763" y="2770975"/>
            <a:ext cx="1213949" cy="121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google-gemini-logo-2025-1440x430.png"/>
          <p:cNvPicPr preferRelativeResize="0"/>
          <p:nvPr/>
        </p:nvPicPr>
        <p:blipFill rotWithShape="1">
          <a:blip r:embed="rId6">
            <a:alphaModFix/>
          </a:blip>
          <a:srcRect l="2271" t="2651" r="2328" b="5606"/>
          <a:stretch/>
        </p:blipFill>
        <p:spPr>
          <a:xfrm>
            <a:off x="3211825" y="3278925"/>
            <a:ext cx="3429002" cy="9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6476" y="1620524"/>
            <a:ext cx="1185100" cy="11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</a:t>
            </a:fld>
            <a:r>
              <a:rPr lang="es"/>
              <a:t>/8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311700" y="756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975" y="707510"/>
            <a:ext cx="1906375" cy="1259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4300" y="3302316"/>
            <a:ext cx="2315725" cy="133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4651" y="1937438"/>
            <a:ext cx="1906375" cy="12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625" y="1477375"/>
            <a:ext cx="3850376" cy="2472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1649" y="1937425"/>
            <a:ext cx="19787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3</a:t>
            </a:fld>
            <a:r>
              <a:rPr lang="es"/>
              <a:t>/8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t="19942"/>
          <a:stretch/>
        </p:blipFill>
        <p:spPr>
          <a:xfrm>
            <a:off x="3488525" y="1572038"/>
            <a:ext cx="2951975" cy="229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200" y="1596648"/>
            <a:ext cx="2951975" cy="2245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525" y="1474063"/>
            <a:ext cx="2481266" cy="21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640900" y="203075"/>
            <a:ext cx="3862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" sz="23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Visualización social y laboral</a:t>
            </a:r>
            <a:endParaRPr sz="23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4</a:t>
            </a:fld>
            <a:r>
              <a:rPr lang="es"/>
              <a:t>/8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700" y="1430938"/>
            <a:ext cx="3707625" cy="228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250" y="1586825"/>
            <a:ext cx="3731888" cy="22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636989" y="357010"/>
            <a:ext cx="3434671" cy="1152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Educación y rendimiento académico</a:t>
            </a:r>
            <a:endParaRPr sz="2300" dirty="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5</a:t>
            </a:fld>
            <a:r>
              <a:rPr lang="es"/>
              <a:t>/8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1885326" y="-148782"/>
            <a:ext cx="5063867" cy="976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s" sz="2300" b="1" dirty="0">
                <a:solidFill>
                  <a:schemeClr val="dk1"/>
                </a:solidFill>
              </a:rPr>
              <a:t>Preocupaciones frente a la IA</a:t>
            </a:r>
            <a:endParaRPr dirty="0"/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6</a:t>
            </a:fld>
            <a:r>
              <a:rPr lang="es"/>
              <a:t>/8</a:t>
            </a:r>
            <a:endParaRPr/>
          </a:p>
        </p:txBody>
      </p:sp>
      <p:pic>
        <p:nvPicPr>
          <p:cNvPr id="112" name="Google Shape;112;p1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74" y="1036421"/>
            <a:ext cx="3553522" cy="22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7260" y="1136221"/>
            <a:ext cx="4444609" cy="204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9349" y="3283271"/>
            <a:ext cx="3468759" cy="1773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l="2520" t="1482" r="1667" b="2916"/>
          <a:stretch/>
        </p:blipFill>
        <p:spPr>
          <a:xfrm>
            <a:off x="769125" y="1500725"/>
            <a:ext cx="7605751" cy="32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7</a:t>
            </a:fld>
            <a:r>
              <a:rPr lang="es"/>
              <a:t>/8</a:t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2330250" y="285175"/>
            <a:ext cx="44835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2300" b="1">
                <a:solidFill>
                  <a:schemeClr val="dk1"/>
                </a:solidFill>
              </a:rPr>
              <a:t>Producción de publicación científica de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/>
              <a:t>Discusión</a:t>
            </a:r>
            <a:endParaRPr sz="4600"/>
          </a:p>
        </p:txBody>
      </p:sp>
      <p:sp>
        <p:nvSpPr>
          <p:cNvPr id="127" name="Google Shape;127;p20"/>
          <p:cNvSpPr txBox="1"/>
          <p:nvPr/>
        </p:nvSpPr>
        <p:spPr>
          <a:xfrm>
            <a:off x="486525" y="1466125"/>
            <a:ext cx="82746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concluir el análisis de esta entrega, destacamos los siguientes hallazgos reveladores: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b="1">
                <a:solidFill>
                  <a:schemeClr val="dk1"/>
                </a:solidFill>
              </a:rPr>
              <a:t>Percepción 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b="1">
                <a:solidFill>
                  <a:schemeClr val="dk1"/>
                </a:solidFill>
              </a:rPr>
              <a:t>Impacto laboral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b="1">
                <a:solidFill>
                  <a:schemeClr val="dk1"/>
                </a:solidFill>
              </a:rPr>
              <a:t>Efecto en la educación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b="1">
                <a:solidFill>
                  <a:schemeClr val="dk1"/>
                </a:solidFill>
              </a:rPr>
              <a:t>Hegemonía tecnológica global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8</a:t>
            </a:fld>
            <a:r>
              <a:rPr lang="es"/>
              <a:t>/8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Presentación en pantalla (16:9)</PresentationFormat>
  <Paragraphs>25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Economica</vt:lpstr>
      <vt:lpstr>Open Sans</vt:lpstr>
      <vt:lpstr>Arial</vt:lpstr>
      <vt:lpstr>Luxe</vt:lpstr>
      <vt:lpstr>Consecuencias de la IA en las personas</vt:lpstr>
      <vt:lpstr>Introducción</vt:lpstr>
      <vt:lpstr>Metodología</vt:lpstr>
      <vt:lpstr>Presentación de PowerPoint</vt:lpstr>
      <vt:lpstr>Presentación de PowerPoint</vt:lpstr>
      <vt:lpstr>Presentación de PowerPoint</vt:lpstr>
      <vt:lpstr>Presentación de PowerPoint</vt:lpstr>
      <vt:lpstr>Discusión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 Arrigo</cp:lastModifiedBy>
  <cp:revision>3</cp:revision>
  <dcterms:modified xsi:type="dcterms:W3CDTF">2026-05-11T05:08:13Z</dcterms:modified>
</cp:coreProperties>
</file>