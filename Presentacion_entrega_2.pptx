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embeddedFontLst>
    <p:embeddedFont>
      <p:font typeface="Economica" panose="020B0604020202020204" charset="0"/>
      <p:regular r:id="rId11"/>
      <p:bold r:id="rId12"/>
      <p:italic r:id="rId13"/>
      <p:boldItalic r:id="rId14"/>
    </p:embeddedFont>
    <p:embeddedFont>
      <p:font typeface="Open Sans" panose="020B0606030504020204" pitchFamily="3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g3dbbc547d7c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" name="Google Shape;68;g3dbbc547d7c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3dbbc547d7c_2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3dbbc547d7c_2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dbbc547d7c_2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dbbc547d7c_2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dbbc547d7c_2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dbbc547d7c_2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dbbc547d7c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3dbbc547d7c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dbbc547d7c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dbbc547d7c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dbbc547d7c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dbbc547d7c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s-CL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90958" y="7108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500"/>
              <a:t>Consecuencias de la IA en las personas</a:t>
            </a:r>
            <a:endParaRPr sz="450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2540000" y="3330900"/>
            <a:ext cx="38337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Integrantes: Martin Arrigo, Nicolas Toro, Benjamin Neira, Diego Mora</a:t>
            </a:r>
            <a:endParaRPr sz="1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Profesor: Luis Veas</a:t>
            </a:r>
            <a:endParaRPr sz="128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s" sz="1280"/>
              <a:t>Fecha de presentación: 11/05/2026</a:t>
            </a:r>
            <a:endParaRPr sz="128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150" y="181525"/>
            <a:ext cx="932950" cy="994200"/>
          </a:xfrm>
          <a:prstGeom prst="rect">
            <a:avLst/>
          </a:prstGeom>
          <a:noFill/>
          <a:ln>
            <a:noFill/>
          </a:ln>
        </p:spPr>
      </p:pic>
      <p:sp>
        <p:nvSpPr>
          <p:cNvPr id="65" name="Google Shape;6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1/8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Introducción</a:t>
            </a:r>
            <a:endParaRPr/>
          </a:p>
        </p:txBody>
      </p:sp>
      <p:sp>
        <p:nvSpPr>
          <p:cNvPr id="71" name="Google Shape;71;p14"/>
          <p:cNvSpPr txBox="1">
            <a:spLocks noGrp="1"/>
          </p:cNvSpPr>
          <p:nvPr>
            <p:ph type="body" idx="1"/>
          </p:nvPr>
        </p:nvSpPr>
        <p:spPr>
          <a:xfrm>
            <a:off x="468525" y="1938000"/>
            <a:ext cx="2216400" cy="295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latin typeface="Economica"/>
                <a:ea typeface="Economica"/>
                <a:cs typeface="Economica"/>
                <a:sym typeface="Economica"/>
              </a:rPr>
              <a:t>En el presente trabajo abordaremos el impacto de la inteligencia artificial desde temáticas ya establecidas, como lo son educación, salud, empleo y seguridad.</a:t>
            </a:r>
            <a:endParaRPr sz="1100">
              <a:latin typeface="Economica"/>
              <a:ea typeface="Economica"/>
              <a:cs typeface="Economica"/>
              <a:sym typeface="Economica"/>
            </a:endParaRPr>
          </a:p>
        </p:txBody>
      </p:sp>
      <p:pic>
        <p:nvPicPr>
          <p:cNvPr id="72" name="Google Shape;7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24475" y="1253800"/>
            <a:ext cx="1436125" cy="126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3" name="Google Shape;7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57110" y="1606100"/>
            <a:ext cx="1135928" cy="1213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302763" y="2770975"/>
            <a:ext cx="1213949" cy="1213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5" name="Google Shape;75;p14" title="google-gemini-logo-2025-1440x430.png"/>
          <p:cNvPicPr preferRelativeResize="0"/>
          <p:nvPr/>
        </p:nvPicPr>
        <p:blipFill rotWithShape="1">
          <a:blip r:embed="rId6">
            <a:alphaModFix/>
          </a:blip>
          <a:srcRect l="2271" t="2651" r="2328" b="5606"/>
          <a:stretch/>
        </p:blipFill>
        <p:spPr>
          <a:xfrm>
            <a:off x="3211825" y="3278925"/>
            <a:ext cx="3429002" cy="990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1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206476" y="1620524"/>
            <a:ext cx="1185100" cy="1185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2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700" y="756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Metodología</a:t>
            </a:r>
            <a:endParaRPr/>
          </a:p>
        </p:txBody>
      </p:sp>
      <p:pic>
        <p:nvPicPr>
          <p:cNvPr id="83" name="Google Shape;83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18975" y="707510"/>
            <a:ext cx="1906375" cy="1259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84" name="Google Shape;84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14300" y="3302316"/>
            <a:ext cx="2315725" cy="1337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974651" y="1937438"/>
            <a:ext cx="1906375" cy="126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1625" y="1477375"/>
            <a:ext cx="3850376" cy="2472712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451649" y="1937425"/>
            <a:ext cx="1978700" cy="15525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3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6"/>
          <p:cNvPicPr preferRelativeResize="0"/>
          <p:nvPr/>
        </p:nvPicPr>
        <p:blipFill rotWithShape="1">
          <a:blip r:embed="rId3">
            <a:alphaModFix/>
          </a:blip>
          <a:srcRect t="19942"/>
          <a:stretch/>
        </p:blipFill>
        <p:spPr>
          <a:xfrm>
            <a:off x="3488525" y="1572038"/>
            <a:ext cx="2951975" cy="2294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3200" y="1596648"/>
            <a:ext cx="2951975" cy="2245245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299525" y="1474063"/>
            <a:ext cx="2481266" cy="2195375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2640900" y="203075"/>
            <a:ext cx="3862200" cy="5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s" sz="23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Visualización social y laboral</a:t>
            </a:r>
            <a:endParaRPr sz="230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</p:txBody>
      </p:sp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4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6700" y="1430938"/>
            <a:ext cx="3707625" cy="22816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954250" y="1586825"/>
            <a:ext cx="3731888" cy="2281625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7"/>
          <p:cNvSpPr txBox="1"/>
          <p:nvPr/>
        </p:nvSpPr>
        <p:spPr>
          <a:xfrm>
            <a:off x="2636989" y="357010"/>
            <a:ext cx="3434671" cy="11525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2300" dirty="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rPr>
              <a:t>Educación y rendimiento académico</a:t>
            </a:r>
            <a:endParaRPr sz="2300" dirty="0">
              <a:solidFill>
                <a:schemeClr val="dk1"/>
              </a:solidFill>
              <a:latin typeface="Economica"/>
              <a:ea typeface="Economica"/>
              <a:cs typeface="Economica"/>
              <a:sym typeface="Economica"/>
            </a:endParaRPr>
          </a:p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sz="2300" b="1" dirty="0">
              <a:solidFill>
                <a:schemeClr val="dk1"/>
              </a:solidFill>
            </a:endParaRPr>
          </a:p>
        </p:txBody>
      </p:sp>
      <p:sp>
        <p:nvSpPr>
          <p:cNvPr id="105" name="Google Shape;105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5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8"/>
          <p:cNvSpPr txBox="1"/>
          <p:nvPr/>
        </p:nvSpPr>
        <p:spPr>
          <a:xfrm>
            <a:off x="1885326" y="-148782"/>
            <a:ext cx="5063867" cy="9763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2400"/>
              </a:spcBef>
              <a:spcAft>
                <a:spcPts val="600"/>
              </a:spcAft>
              <a:buNone/>
            </a:pPr>
            <a:r>
              <a:rPr lang="es" sz="2300" b="1" dirty="0">
                <a:solidFill>
                  <a:schemeClr val="dk1"/>
                </a:solidFill>
              </a:rPr>
              <a:t>Preocupaciones frente a la IA</a:t>
            </a:r>
            <a:endParaRPr dirty="0"/>
          </a:p>
        </p:txBody>
      </p:sp>
      <p:sp>
        <p:nvSpPr>
          <p:cNvPr id="111" name="Google Shape;111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6</a:t>
            </a:fld>
            <a:r>
              <a:rPr lang="es"/>
              <a:t>/8</a:t>
            </a:r>
            <a:endParaRPr/>
          </a:p>
        </p:txBody>
      </p:sp>
      <p:pic>
        <p:nvPicPr>
          <p:cNvPr id="112" name="Google Shape;112;p18" title="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774" y="1036421"/>
            <a:ext cx="3553522" cy="224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8" title="2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417260" y="1136221"/>
            <a:ext cx="4444609" cy="204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8" title="3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389349" y="3283271"/>
            <a:ext cx="3468759" cy="1773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9"/>
          <p:cNvPicPr preferRelativeResize="0"/>
          <p:nvPr/>
        </p:nvPicPr>
        <p:blipFill rotWithShape="1">
          <a:blip r:embed="rId3">
            <a:alphaModFix/>
          </a:blip>
          <a:srcRect l="2520" t="1482" r="1667" b="2916"/>
          <a:stretch/>
        </p:blipFill>
        <p:spPr>
          <a:xfrm>
            <a:off x="769125" y="1500725"/>
            <a:ext cx="7605751" cy="32738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7</a:t>
            </a:fld>
            <a:r>
              <a:rPr lang="es"/>
              <a:t>/8</a:t>
            </a:r>
            <a:endParaRPr/>
          </a:p>
        </p:txBody>
      </p:sp>
      <p:sp>
        <p:nvSpPr>
          <p:cNvPr id="121" name="Google Shape;121;p19"/>
          <p:cNvSpPr txBox="1"/>
          <p:nvPr/>
        </p:nvSpPr>
        <p:spPr>
          <a:xfrm>
            <a:off x="2330250" y="285175"/>
            <a:ext cx="4483500" cy="10756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s" sz="2300" b="1" dirty="0">
                <a:solidFill>
                  <a:schemeClr val="dk1"/>
                </a:solidFill>
              </a:rPr>
              <a:t>Producción de publicaciones científicas de IA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4600"/>
              <a:t>Discusión</a:t>
            </a:r>
            <a:endParaRPr sz="4600"/>
          </a:p>
        </p:txBody>
      </p:sp>
      <p:sp>
        <p:nvSpPr>
          <p:cNvPr id="127" name="Google Shape;127;p20"/>
          <p:cNvSpPr txBox="1"/>
          <p:nvPr/>
        </p:nvSpPr>
        <p:spPr>
          <a:xfrm>
            <a:off x="486525" y="1466125"/>
            <a:ext cx="8274600" cy="154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Para concluir el análisis de esta entrega, destacamos los siguientes hallazgos reveladores: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>
                <a:solidFill>
                  <a:schemeClr val="dk1"/>
                </a:solidFill>
              </a:rPr>
              <a:t>Percepción </a:t>
            </a:r>
            <a:endParaRPr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s" b="1">
                <a:solidFill>
                  <a:schemeClr val="dk1"/>
                </a:solidFill>
              </a:rPr>
              <a:t>Impacto laboral</a:t>
            </a:r>
            <a:endParaRPr b="1"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>
                <a:solidFill>
                  <a:schemeClr val="dk1"/>
                </a:solidFill>
              </a:rPr>
              <a:t>Efecto en la educación</a:t>
            </a:r>
            <a:endParaRPr>
              <a:solidFill>
                <a:schemeClr val="dk1"/>
              </a:solidFill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</a:pPr>
            <a:r>
              <a:rPr lang="es" b="1">
                <a:solidFill>
                  <a:schemeClr val="dk1"/>
                </a:solidFill>
              </a:rPr>
              <a:t>Hegemonía tecnológica global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28" name="Google Shape;128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8</a:t>
            </a:fld>
            <a:r>
              <a:rPr lang="es"/>
              <a:t>/8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</Words>
  <Application>Microsoft Office PowerPoint</Application>
  <PresentationFormat>Presentación en pantalla (16:9)</PresentationFormat>
  <Paragraphs>25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Open Sans</vt:lpstr>
      <vt:lpstr>Arial</vt:lpstr>
      <vt:lpstr>Economica</vt:lpstr>
      <vt:lpstr>Luxe</vt:lpstr>
      <vt:lpstr>Consecuencias de la IA en las personas</vt:lpstr>
      <vt:lpstr>Introducción</vt:lpstr>
      <vt:lpstr>Metodología</vt:lpstr>
      <vt:lpstr>Presentación de PowerPoint</vt:lpstr>
      <vt:lpstr>Presentación de PowerPoint</vt:lpstr>
      <vt:lpstr>Presentación de PowerPoint</vt:lpstr>
      <vt:lpstr>Presentación de PowerPoint</vt:lpstr>
      <vt:lpstr>Discusión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Martin Arrigo</cp:lastModifiedBy>
  <cp:revision>4</cp:revision>
  <dcterms:modified xsi:type="dcterms:W3CDTF">2026-05-11T05:09:55Z</dcterms:modified>
</cp:coreProperties>
</file>