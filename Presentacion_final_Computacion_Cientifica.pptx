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1ce4e606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f1ce4e606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bbc547d7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bbc547d7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1d4bcdf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1d4bcdf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a5674652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a5674652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bbc547d7c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bbc547d7c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1ce4e606c_0_9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f1ce4e606c_0_9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8b858625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8b858625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bbc547d7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bbc547d7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419200" y="259400"/>
            <a:ext cx="6546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Consecuencias</a:t>
            </a:r>
            <a:r>
              <a:rPr lang="es" sz="4000"/>
              <a:t> de la IA en las personas</a:t>
            </a:r>
            <a:endParaRPr sz="40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548750" y="3048300"/>
            <a:ext cx="53352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280"/>
              <a:t>I</a:t>
            </a:r>
            <a:r>
              <a:rPr lang="es" sz="1280"/>
              <a:t>ntegrantes</a:t>
            </a:r>
            <a:r>
              <a:rPr lang="es" sz="1280"/>
              <a:t>: Martin Arrigo, Nicolas Toro, Benjamin Neira, Diego Mora</a:t>
            </a:r>
            <a:endParaRPr sz="1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280"/>
              <a:t>Profesor: Luis Veas</a:t>
            </a:r>
            <a:endParaRPr sz="12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1280"/>
              <a:t>Fecha de </a:t>
            </a:r>
            <a:r>
              <a:rPr lang="es" sz="1280"/>
              <a:t>presentación</a:t>
            </a:r>
            <a:r>
              <a:rPr lang="es" sz="1280"/>
              <a:t>: 30/06/2026</a:t>
            </a:r>
            <a:endParaRPr sz="1280"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75" y="98200"/>
            <a:ext cx="932950" cy="9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r>
              <a:rPr lang="es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/</a:t>
            </a:r>
            <a:r>
              <a:rPr lang="es"/>
              <a:t>9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type="ctrTitle"/>
          </p:nvPr>
        </p:nvSpPr>
        <p:spPr>
          <a:xfrm>
            <a:off x="429900" y="357275"/>
            <a:ext cx="78015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Índice</a:t>
            </a:r>
            <a:endParaRPr sz="4000"/>
          </a:p>
        </p:txBody>
      </p:sp>
      <p:sp>
        <p:nvSpPr>
          <p:cNvPr id="286" name="Google Shape;286;p14"/>
          <p:cNvSpPr txBox="1"/>
          <p:nvPr>
            <p:ph idx="1" type="subTitle"/>
          </p:nvPr>
        </p:nvSpPr>
        <p:spPr>
          <a:xfrm>
            <a:off x="575400" y="1262047"/>
            <a:ext cx="7801500" cy="3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Introducción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Solución propuesta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Metodología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Origen de datos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Dashboard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Discusión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s"/>
              <a:t>Conclusión</a:t>
            </a:r>
            <a:endParaRPr sz="1900"/>
          </a:p>
        </p:txBody>
      </p:sp>
      <p:sp>
        <p:nvSpPr>
          <p:cNvPr id="287" name="Google Shape;287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‹#›</a:t>
            </a:fld>
            <a:r>
              <a:rPr lang="es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/</a:t>
            </a:r>
            <a:r>
              <a:rPr lang="es"/>
              <a:t>9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ctrTitle"/>
          </p:nvPr>
        </p:nvSpPr>
        <p:spPr>
          <a:xfrm>
            <a:off x="2444250" y="-5"/>
            <a:ext cx="4255500" cy="11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I</a:t>
            </a:r>
            <a:r>
              <a:rPr lang="es" sz="4000"/>
              <a:t>ntroducción</a:t>
            </a:r>
            <a:endParaRPr sz="4000"/>
          </a:p>
        </p:txBody>
      </p:sp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975" y="3010300"/>
            <a:ext cx="2020050" cy="113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060" y="1328675"/>
            <a:ext cx="1213950" cy="121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6988" y="1328675"/>
            <a:ext cx="1213949" cy="121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5" title="google-gemini-logo-2025-1440x430.png"/>
          <p:cNvPicPr preferRelativeResize="0"/>
          <p:nvPr/>
        </p:nvPicPr>
        <p:blipFill rotWithShape="1">
          <a:blip r:embed="rId6">
            <a:alphaModFix/>
          </a:blip>
          <a:srcRect b="5606" l="2271" r="2328" t="2651"/>
          <a:stretch/>
        </p:blipFill>
        <p:spPr>
          <a:xfrm>
            <a:off x="1831325" y="3010300"/>
            <a:ext cx="2133699" cy="112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5025" y="1328675"/>
            <a:ext cx="1213950" cy="12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1"/>
                </a:solidFill>
              </a:rPr>
              <a:t>‹#›</a:t>
            </a:fld>
            <a:r>
              <a:rPr lang="es">
                <a:solidFill>
                  <a:schemeClr val="lt1"/>
                </a:solidFill>
              </a:rPr>
              <a:t>/</a:t>
            </a:r>
            <a:r>
              <a:rPr lang="es"/>
              <a:t>9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ctrTitle"/>
          </p:nvPr>
        </p:nvSpPr>
        <p:spPr>
          <a:xfrm>
            <a:off x="1829613" y="-314025"/>
            <a:ext cx="5484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Solución propuesta </a:t>
            </a:r>
            <a:endParaRPr sz="4000"/>
          </a:p>
        </p:txBody>
      </p:sp>
      <p:sp>
        <p:nvSpPr>
          <p:cNvPr id="304" name="Google Shape;304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r>
              <a:rPr lang="es"/>
              <a:t>/9</a:t>
            </a:r>
            <a:endParaRPr/>
          </a:p>
        </p:txBody>
      </p:sp>
      <p:pic>
        <p:nvPicPr>
          <p:cNvPr id="305" name="Google Shape;305;p16"/>
          <p:cNvPicPr preferRelativeResize="0"/>
          <p:nvPr/>
        </p:nvPicPr>
        <p:blipFill rotWithShape="1">
          <a:blip r:embed="rId3">
            <a:alphaModFix/>
          </a:blip>
          <a:srcRect b="0" l="20087" r="22455" t="0"/>
          <a:stretch/>
        </p:blipFill>
        <p:spPr>
          <a:xfrm>
            <a:off x="3301700" y="1895425"/>
            <a:ext cx="1856475" cy="22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7900" y="1638888"/>
            <a:ext cx="3065424" cy="28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700" y="1598900"/>
            <a:ext cx="2639749" cy="29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 txBox="1"/>
          <p:nvPr>
            <p:ph type="ctrTitle"/>
          </p:nvPr>
        </p:nvSpPr>
        <p:spPr>
          <a:xfrm>
            <a:off x="2444250" y="192324"/>
            <a:ext cx="4255500" cy="9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Origen de datos</a:t>
            </a:r>
            <a:endParaRPr sz="4000"/>
          </a:p>
        </p:txBody>
      </p:sp>
      <p:sp>
        <p:nvSpPr>
          <p:cNvPr id="313" name="Google Shape;313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1"/>
                </a:solidFill>
              </a:rPr>
              <a:t>‹#›</a:t>
            </a:fld>
            <a:r>
              <a:rPr lang="es">
                <a:solidFill>
                  <a:schemeClr val="lt1"/>
                </a:solidFill>
              </a:rPr>
              <a:t>/</a:t>
            </a:r>
            <a:r>
              <a:rPr lang="es"/>
              <a:t>9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4" name="Google Shape;314;p17" title="Captura de pantalla 2026-06-29 0008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3309"/>
            <a:ext cx="9144002" cy="1276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 txBox="1"/>
          <p:nvPr>
            <p:ph type="ctrTitle"/>
          </p:nvPr>
        </p:nvSpPr>
        <p:spPr>
          <a:xfrm>
            <a:off x="2444250" y="136307"/>
            <a:ext cx="4255500" cy="103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M</a:t>
            </a:r>
            <a:r>
              <a:rPr lang="es" sz="4000"/>
              <a:t>etodología</a:t>
            </a:r>
            <a:endParaRPr sz="4000"/>
          </a:p>
        </p:txBody>
      </p:sp>
      <p:pic>
        <p:nvPicPr>
          <p:cNvPr id="320" name="Google Shape;3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438" y="1937450"/>
            <a:ext cx="1906375" cy="126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288" y="3463575"/>
            <a:ext cx="1978700" cy="135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1"/>
                </a:solidFill>
              </a:rPr>
              <a:t>‹#›</a:t>
            </a:fld>
            <a:r>
              <a:rPr lang="es">
                <a:solidFill>
                  <a:schemeClr val="lt1"/>
                </a:solidFill>
              </a:rPr>
              <a:t>/</a:t>
            </a:r>
            <a:r>
              <a:rPr lang="es"/>
              <a:t>9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23" name="Google Shape;32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050" y="1174300"/>
            <a:ext cx="5683554" cy="35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7484" y="695575"/>
            <a:ext cx="984350" cy="98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"/>
          <p:cNvSpPr txBox="1"/>
          <p:nvPr>
            <p:ph type="ctrTitle"/>
          </p:nvPr>
        </p:nvSpPr>
        <p:spPr>
          <a:xfrm>
            <a:off x="2444250" y="187400"/>
            <a:ext cx="4255500" cy="9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Dashboard</a:t>
            </a:r>
            <a:endParaRPr sz="4000"/>
          </a:p>
        </p:txBody>
      </p:sp>
      <p:sp>
        <p:nvSpPr>
          <p:cNvPr id="330" name="Google Shape;330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r>
              <a:rPr lang="es"/>
              <a:t>/9</a:t>
            </a:r>
            <a:endParaRPr/>
          </a:p>
        </p:txBody>
      </p:sp>
      <p:pic>
        <p:nvPicPr>
          <p:cNvPr id="331" name="Google Shape;331;p19"/>
          <p:cNvPicPr preferRelativeResize="0"/>
          <p:nvPr/>
        </p:nvPicPr>
        <p:blipFill rotWithShape="1">
          <a:blip r:embed="rId3">
            <a:alphaModFix/>
          </a:blip>
          <a:srcRect b="0" l="3375" r="17580" t="0"/>
          <a:stretch/>
        </p:blipFill>
        <p:spPr>
          <a:xfrm>
            <a:off x="998225" y="1216400"/>
            <a:ext cx="6580300" cy="34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"/>
          <p:cNvSpPr txBox="1"/>
          <p:nvPr>
            <p:ph type="ctrTitle"/>
          </p:nvPr>
        </p:nvSpPr>
        <p:spPr>
          <a:xfrm>
            <a:off x="2174700" y="2269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Discusión de resultados</a:t>
            </a:r>
            <a:endParaRPr sz="4000"/>
          </a:p>
        </p:txBody>
      </p:sp>
      <p:sp>
        <p:nvSpPr>
          <p:cNvPr id="337" name="Google Shape;337;p20"/>
          <p:cNvSpPr txBox="1"/>
          <p:nvPr>
            <p:ph idx="1" type="subTitle"/>
          </p:nvPr>
        </p:nvSpPr>
        <p:spPr>
          <a:xfrm>
            <a:off x="2129675" y="2571750"/>
            <a:ext cx="42555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Disonancia de expectativas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Redefinición de la innovación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El origen de la </a:t>
            </a:r>
            <a:r>
              <a:rPr lang="es" sz="2000"/>
              <a:t>preocupación</a:t>
            </a:r>
            <a:endParaRPr sz="2000"/>
          </a:p>
        </p:txBody>
      </p:sp>
      <p:sp>
        <p:nvSpPr>
          <p:cNvPr id="338" name="Google Shape;338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r>
              <a:rPr lang="es"/>
              <a:t>/9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 txBox="1"/>
          <p:nvPr>
            <p:ph type="ctrTitle"/>
          </p:nvPr>
        </p:nvSpPr>
        <p:spPr>
          <a:xfrm>
            <a:off x="2058375" y="56696"/>
            <a:ext cx="4255500" cy="120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/>
              <a:t>Conclusión</a:t>
            </a:r>
            <a:endParaRPr sz="4000"/>
          </a:p>
        </p:txBody>
      </p:sp>
      <p:sp>
        <p:nvSpPr>
          <p:cNvPr id="344" name="Google Shape;344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chemeClr val="lt1"/>
                </a:solidFill>
              </a:rPr>
              <a:t>‹#›</a:t>
            </a:fld>
            <a:r>
              <a:rPr lang="es">
                <a:solidFill>
                  <a:schemeClr val="lt1"/>
                </a:solidFill>
              </a:rPr>
              <a:t>/</a:t>
            </a:r>
            <a:r>
              <a:rPr lang="es"/>
              <a:t>9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5" name="Google Shape;345;p21"/>
          <p:cNvSpPr txBox="1"/>
          <p:nvPr>
            <p:ph idx="1" type="subTitle"/>
          </p:nvPr>
        </p:nvSpPr>
        <p:spPr>
          <a:xfrm>
            <a:off x="2422700" y="1699050"/>
            <a:ext cx="5238300" cy="20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Aprendizaje técnico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Impacto social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" sz="2000"/>
              <a:t>Desafío Técnico 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